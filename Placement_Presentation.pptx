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0"/>
  </p:notesMasterIdLst>
  <p:sldIdLst>
    <p:sldId id="256" r:id="rId2"/>
    <p:sldId id="257" r:id="rId3"/>
    <p:sldId id="270" r:id="rId4"/>
    <p:sldId id="258" r:id="rId5"/>
    <p:sldId id="259" r:id="rId6"/>
    <p:sldId id="286" r:id="rId7"/>
    <p:sldId id="287" r:id="rId8"/>
    <p:sldId id="260" r:id="rId9"/>
    <p:sldId id="261" r:id="rId10"/>
    <p:sldId id="271" r:id="rId11"/>
    <p:sldId id="272" r:id="rId12"/>
    <p:sldId id="273" r:id="rId13"/>
    <p:sldId id="274" r:id="rId14"/>
    <p:sldId id="262" r:id="rId15"/>
    <p:sldId id="263" r:id="rId16"/>
    <p:sldId id="275" r:id="rId17"/>
    <p:sldId id="276" r:id="rId18"/>
    <p:sldId id="284" r:id="rId19"/>
    <p:sldId id="283" r:id="rId20"/>
    <p:sldId id="282" r:id="rId21"/>
    <p:sldId id="281" r:id="rId22"/>
    <p:sldId id="280" r:id="rId23"/>
    <p:sldId id="279" r:id="rId24"/>
    <p:sldId id="278" r:id="rId25"/>
    <p:sldId id="277" r:id="rId26"/>
    <p:sldId id="264" r:id="rId27"/>
    <p:sldId id="265" r:id="rId28"/>
    <p:sldId id="285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02" y="4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3183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yourself and briefly say this project is an end-to-end data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why this problem matters in real-world placements.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your solution approach at a high 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pipeline flow clearly.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how you simulated real-world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student_id linking and normalization.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why pandas is better than manual insert.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types of queries you implemented.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what insights you extracted.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how users interact with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5132" y="2059012"/>
            <a:ext cx="9146751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19" y="2166365"/>
            <a:ext cx="8603674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970315"/>
            <a:ext cx="6858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671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616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5132" y="2059012"/>
            <a:ext cx="9146751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893" y="2208879"/>
            <a:ext cx="78867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4893" y="3984400"/>
            <a:ext cx="78867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7080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797" y="2011680"/>
            <a:ext cx="365760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2011680"/>
            <a:ext cx="365760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083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913470"/>
            <a:ext cx="365760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656566"/>
            <a:ext cx="365760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428" y="1913470"/>
            <a:ext cx="365760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0428" y="2656564"/>
            <a:ext cx="365760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380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775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135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48840"/>
            <a:ext cx="4572000" cy="38404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92568" y="2147487"/>
            <a:ext cx="256032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082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0" y="2211494"/>
            <a:ext cx="4754880" cy="384048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85351" y="2150621"/>
            <a:ext cx="256032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552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176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764484" y="0"/>
            <a:ext cx="20574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468" y="609600"/>
            <a:ext cx="1801785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609600"/>
            <a:ext cx="5979968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422855"/>
            <a:ext cx="2057397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32102" y="6422855"/>
            <a:ext cx="320975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4787" y="6422855"/>
            <a:ext cx="659819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542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62" y="176109"/>
            <a:ext cx="9141714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019" y="284176"/>
            <a:ext cx="777240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019" y="2011680"/>
            <a:ext cx="777240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557" y="6422855"/>
            <a:ext cx="2595043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91000" y="6422855"/>
            <a:ext cx="40606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65139" y="6422855"/>
            <a:ext cx="709698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1432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Placement Eligibility </a:t>
            </a:r>
            <a:r>
              <a:rPr lang="en-IN" b="1" dirty="0" err="1"/>
              <a:t>Streamlit</a:t>
            </a:r>
            <a:r>
              <a:rPr lang="en-IN" b="1" dirty="0"/>
              <a:t> Application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C.Swetha</a:t>
            </a:r>
            <a:endParaRPr lang="en-US" dirty="0"/>
          </a:p>
          <a:p>
            <a:r>
              <a:rPr lang="en-US" dirty="0"/>
              <a:t>Batch no: MDE-105 (DATA SCIENCE-WEEKDAY)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dirty="0"/>
              <a:t>Manual evaluation is inefficient</a:t>
            </a:r>
          </a:p>
          <a:p>
            <a:r>
              <a:rPr dirty="0"/>
              <a:t>Need structured filtering</a:t>
            </a:r>
          </a:p>
          <a:p>
            <a:r>
              <a:rPr dirty="0"/>
              <a:t>Need insights</a:t>
            </a:r>
            <a:endParaRPr lang="en-US" dirty="0"/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C70E26-1AB5-FC51-179E-C2FA654B56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2153" y="4020408"/>
            <a:ext cx="6039693" cy="128605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89601-55E6-A7CB-8069-C3B3E08E6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use cases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E6880-7780-9CEC-9EF3-4FF48AA9F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PLACEMENT MANGEMENT</a:t>
            </a:r>
          </a:p>
          <a:p>
            <a:r>
              <a:rPr lang="en-US" dirty="0"/>
              <a:t>STUDENT PERFORMANCE TRACKING</a:t>
            </a:r>
          </a:p>
          <a:p>
            <a:r>
              <a:rPr lang="en-US" dirty="0"/>
              <a:t>INTERACTIVE ANALYTICS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0083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Data-driven system</a:t>
            </a:r>
          </a:p>
          <a:p>
            <a:r>
              <a:t>Dynamic filtering</a:t>
            </a:r>
          </a:p>
          <a:p>
            <a:r>
              <a:t>Insights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Faker → CSV → DB → SQL → Streamlit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07DEA-4DE8-BF0D-18BD-8A4CAF27D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file structure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FBB8699-7F9E-DA76-4995-BFD5C37BF3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68250" y="2011363"/>
            <a:ext cx="3407500" cy="420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815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2A018-8EAD-7F30-B746-23430787C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flow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76A126B-A5C0-872A-0596-6DF3FBB927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00050" y="3004983"/>
            <a:ext cx="3943900" cy="2219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891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Faker</a:t>
            </a:r>
          </a:p>
          <a:p>
            <a:r>
              <a:t>Generated 500 records</a:t>
            </a:r>
          </a:p>
          <a:p>
            <a:r>
              <a:t>Multiple tables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4 tables</a:t>
            </a:r>
          </a:p>
          <a:p>
            <a:r>
              <a:rPr dirty="0"/>
              <a:t>Foreign keys</a:t>
            </a:r>
            <a:r>
              <a:rPr lang="en-US" dirty="0"/>
              <a:t>(STUDENT_ID)</a:t>
            </a:r>
            <a:endParaRPr dirty="0"/>
          </a:p>
          <a:p>
            <a:r>
              <a:rPr dirty="0"/>
              <a:t>Normalized schema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F4CC0-5D10-87D7-D82C-2A92E133B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SCHEMA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6A5FE2-392B-394C-19EA-E363655177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3654" y="2633456"/>
            <a:ext cx="5496692" cy="296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5601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79255-FAC4-64E3-BEE4-FEF234232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SCHEMA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3052F-2C73-48BB-2CA2-3D7FB0EC5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B9D49E-CE19-6A5E-EA6A-DBAED0984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741" y="2414361"/>
            <a:ext cx="6134956" cy="324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3091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82DB9-02C0-3993-E2D3-ED88DEA32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SCHEMA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FD51ABA-CB04-9457-1E44-57F94AE34B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4101" y="2733482"/>
            <a:ext cx="5715798" cy="276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5604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EB452-4BBC-3AAF-2391-A0DE3D130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SCHEMA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E19214-B9E6-8484-7D56-C9B10AFCA8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5469" y="2114271"/>
            <a:ext cx="6173061" cy="400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737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Insertion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Pandas</a:t>
            </a:r>
          </a:p>
          <a:p>
            <a:r>
              <a:t>Bulk insert</a:t>
            </a:r>
          </a:p>
          <a:p>
            <a:r>
              <a:t>Efficient pipeline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Queries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10 queries</a:t>
            </a:r>
          </a:p>
          <a:p>
            <a:r>
              <a:rPr dirty="0"/>
              <a:t>JOIN, GROUP BY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C5A44-FB39-4712-4516-50FF8C4B3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QUERY_1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741D2A7-5C76-9622-8FDB-D5DAE32B22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5601" y="3105009"/>
            <a:ext cx="5172797" cy="2019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6556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D63D6-020B-31F4-47FB-D70F2A488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QUERY_2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C25D8-DE45-1155-F688-64A173EB3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0AF55B-F45E-156D-6D2F-9F2A8D605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0944" y="2724051"/>
            <a:ext cx="4382112" cy="1409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448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4C293-FAA4-190B-EED0-2434F384C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QUERY_3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5ABA26-8ACA-6F1F-06B8-21C4417E34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7787" y="3105009"/>
            <a:ext cx="3048425" cy="2019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6518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9CA2E-70AA-3DA6-71B5-6965785E9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QUERY_4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1B9871-7D5D-CA35-D797-48F71756D1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85839" y="3438431"/>
            <a:ext cx="3372321" cy="135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0500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02ACE-F452-E24E-233D-D2071A4D6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QUERY_5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56275AF-B702-12F2-B4AB-793D7706D8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04786" y="3347931"/>
            <a:ext cx="4134427" cy="1533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6388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3B859-5307-F681-9808-4456BCDC9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QUERY_6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6ACD8B2-F7B4-90B1-D375-FCDCF822A6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09523" y="3405089"/>
            <a:ext cx="4324954" cy="141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0524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86AEC-AA61-97AE-E727-9723FE818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QUERY_7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1C03A-F02C-DFAE-9D89-90F573621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16F75A-E893-5449-694E-AD6479D3CA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0918" y="2624025"/>
            <a:ext cx="4582164" cy="16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9206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A2A4E-98FC-A1E0-387E-C6A21093C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QUERY_8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D0410-0E18-EC6F-2AB4-A5D08C7D2D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4539EF-B476-C1D9-6F02-85E5519E26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4392" y="2871709"/>
            <a:ext cx="3515216" cy="111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2234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3AB42-1B50-2228-C9EF-051C43ABA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QUERY_9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245FC0-BD1B-884C-6791-A896D4586F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61891" y="3414615"/>
            <a:ext cx="4420217" cy="140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081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A3797-ED55-63CF-8961-E7B7D3FBF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QUERY_10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23EBD96-6A4D-5F63-4B06-03C63A7AC7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8943" y="3238378"/>
            <a:ext cx="5106113" cy="175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7692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Top students</a:t>
            </a:r>
          </a:p>
          <a:p>
            <a:r>
              <a:rPr dirty="0"/>
              <a:t>Batch performance</a:t>
            </a:r>
          </a:p>
          <a:p>
            <a:r>
              <a:rPr dirty="0"/>
              <a:t>Placement stats</a:t>
            </a:r>
            <a:endParaRPr lang="en-US" dirty="0"/>
          </a:p>
          <a:p>
            <a:r>
              <a:rPr lang="en-IN" dirty="0"/>
              <a:t>Soft skills distribution</a:t>
            </a:r>
          </a:p>
          <a:p>
            <a:r>
              <a:rPr lang="en-IN" dirty="0"/>
              <a:t>Students with internship</a:t>
            </a:r>
          </a:p>
          <a:p>
            <a:r>
              <a:rPr lang="en-IN" dirty="0"/>
              <a:t>High soft skills</a:t>
            </a:r>
          </a:p>
          <a:p>
            <a:r>
              <a:rPr lang="en-US" dirty="0"/>
              <a:t>Average interview score</a:t>
            </a:r>
          </a:p>
          <a:p>
            <a:r>
              <a:rPr lang="en-US" dirty="0"/>
              <a:t>Low coding and high soft skills</a:t>
            </a:r>
          </a:p>
          <a:p>
            <a:r>
              <a:rPr lang="en-US" dirty="0"/>
              <a:t>Highest package</a:t>
            </a:r>
          </a:p>
          <a:p>
            <a:r>
              <a:rPr lang="en-US" dirty="0"/>
              <a:t>Top performers</a:t>
            </a:r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Streamlit 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Interactive dashboard</a:t>
            </a:r>
          </a:p>
          <a:p>
            <a:r>
              <a:t>Filters</a:t>
            </a:r>
          </a:p>
          <a:p>
            <a:r>
              <a:t>Real-time results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F52B6-EE3C-BA23-7930-9422900C3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STREAMLIT DASHBOARD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F313329-B23E-2A90-8678-962BEA2492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9383" y="2011363"/>
            <a:ext cx="7225234" cy="420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3922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Banded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TM03090430[[fn=Banded]]</Template>
  <TotalTime>59</TotalTime>
  <Words>251</Words>
  <Application>Microsoft Office PowerPoint</Application>
  <PresentationFormat>On-screen Show (4:3)</PresentationFormat>
  <Paragraphs>75</Paragraphs>
  <Slides>28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Corbel</vt:lpstr>
      <vt:lpstr>Wingdings</vt:lpstr>
      <vt:lpstr>Banded</vt:lpstr>
      <vt:lpstr>Placement Eligibility Streamlit Application</vt:lpstr>
      <vt:lpstr>Problem Statement</vt:lpstr>
      <vt:lpstr>Business use cases</vt:lpstr>
      <vt:lpstr>Solution Overview</vt:lpstr>
      <vt:lpstr>Architecture</vt:lpstr>
      <vt:lpstr>project file structure</vt:lpstr>
      <vt:lpstr>project flow</vt:lpstr>
      <vt:lpstr>Data Generation</vt:lpstr>
      <vt:lpstr>Database Design</vt:lpstr>
      <vt:lpstr>SCHEMA</vt:lpstr>
      <vt:lpstr>SCHEMA</vt:lpstr>
      <vt:lpstr>SCHEMA</vt:lpstr>
      <vt:lpstr>SCHEMA</vt:lpstr>
      <vt:lpstr>Data Insertion</vt:lpstr>
      <vt:lpstr>SQL Queries</vt:lpstr>
      <vt:lpstr>QUERY_1</vt:lpstr>
      <vt:lpstr>QUERY_2</vt:lpstr>
      <vt:lpstr>QUERY_3</vt:lpstr>
      <vt:lpstr>QUERY_4</vt:lpstr>
      <vt:lpstr>QUERY_5</vt:lpstr>
      <vt:lpstr>QUERY_6</vt:lpstr>
      <vt:lpstr>QUERY_7</vt:lpstr>
      <vt:lpstr>QUERY_8</vt:lpstr>
      <vt:lpstr>QUERY_9</vt:lpstr>
      <vt:lpstr>QUERY_10</vt:lpstr>
      <vt:lpstr>Key Insights</vt:lpstr>
      <vt:lpstr>Streamlit UI</vt:lpstr>
      <vt:lpstr>STREAMLIT DASHBOARD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Nagarajan C</cp:lastModifiedBy>
  <cp:revision>7</cp:revision>
  <dcterms:created xsi:type="dcterms:W3CDTF">2013-01-27T09:14:16Z</dcterms:created>
  <dcterms:modified xsi:type="dcterms:W3CDTF">2026-03-25T11:38:02Z</dcterms:modified>
  <cp:category/>
</cp:coreProperties>
</file>